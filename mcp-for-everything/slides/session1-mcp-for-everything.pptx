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open on this slide and do not introduce yourself yet. Open in Copilot Chat with the joined question about held orders. Come back here after the punchline lands.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who has a file like this. Every hand goes up. THEN introduce yourself - you have earned the room. They came for a title with 'Everything' in it; you proved it in four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oversell novelty. The room has seen this shape before, and that is the reassuring part, not the boring part.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Being explicit about scope early buys goodwill. People get annoyed when a talk quietly never covers something it listed.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up. Point back at it whenever you start a demo so the room always knows which box you are 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line the whole talk hangs on. Say it slowly. Everything after this is evidence for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script first, then Show-Manifest.ps1, then ask Copilot. Land it: you did not write a schema, you wrote a param block - and those are the same 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one to type live. Fallback is fallback/Get-DiskSpace.ps1.txt - rehearse the paste as well as the typing.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photograph-this slide. Put the generated JSON next to the .ps1 and walk it line by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minutes each. Az.ResourceGraph alone, not the whole Az module - load time is real. Let the Entra one make the room slightly uncomfortable, then say why.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single most reusable idea in the session. Most MCP database servers on GitHub get this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Reach for the clever thing when the simple thing stops working, not before. An embedding pipeline here would be a hundred times harder to explain, deploy and debug.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cut this demo. Three acts: default deny, injection, audit log. People will ask about it in Q&amp;A regardless - better to have answered it well on your own terms.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Get-EntraStaleAccount is read-only by design - but the same fifteen lines with Update-MgUser would be a very polite way to disable your CEO's account. Dedicated service principal, least privilege, reviewed.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brisk, it is a proof rather than a demo. If you are running long, a screenshot does the job in sixty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minutes maximum. The Q&amp;A is worth more than a sixth bullet.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through Q&amp;A so the repo URL stays on screen. Put the QR code here before the conference.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00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6596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for Everything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22960" y="28803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Any Data Source into an AI-Ready Tool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Donnie Taylor   ·   Cloud and AI Summit 2026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A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github.com/donnietaylor/cas2026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THAT ANSWER CAME FROM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API.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7315200" cy="2606040"/>
          </a:xfrm>
          <a:prstGeom prst="roundRect">
            <a:avLst>
              <a:gd name="adj" fmla="val 2807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99339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A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REPORT: NIGHTLY ORDER EXTRACT       RUN 2026-08-17 02:00:14  PAGE 0001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68680" y="2295144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A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ID  CUSTOMER                    ORDERDATE STATUS    AMOUNT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68680" y="2596896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A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--------------------------------------------------------------------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68680" y="28986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9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ORD-004417Contoso Manufacturing       2026-08-11SHIPPED   18450.00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68680" y="32004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9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ORD-004419Northwind Traders           2026-08-12HELD      97300.25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68680" y="350215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9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ORD-004422Woodgrove Bank              2026-08-14HELD      54120.00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8680" y="3803904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9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ORD-004424Litware Holdings            2026-08-15OPEN     233400.00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68680" y="4105656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9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ORD-004426Relecloud Services          2026-08-16HELD      76500.00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229600" y="1828800"/>
            <a:ext cx="3291840" cy="777240"/>
          </a:xfrm>
          <a:prstGeom prst="roundRect">
            <a:avLst>
              <a:gd name="adj" fmla="val 9412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58200" y="190195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vendor.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8458200" y="222199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sells this. Nobody supports it.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229600" y="2743200"/>
            <a:ext cx="3291840" cy="777240"/>
          </a:xfrm>
          <a:prstGeom prst="roundRect">
            <a:avLst>
              <a:gd name="adj" fmla="val 9412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58200" y="281635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API.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458200" y="313639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never will be one.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229600" y="3657600"/>
            <a:ext cx="3291840" cy="777240"/>
          </a:xfrm>
          <a:prstGeom prst="roundRect">
            <a:avLst>
              <a:gd name="adj" fmla="val 9412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58200" y="373075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changes.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8458200" y="405079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producing system is untouched.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40080" y="4983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Twenty lines of PowerShell, and an AI agent can reason about it.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40080" y="55321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organisation has three of these. That is what the word "Everything" is doing in the title.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STANDARD AT ALL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argument as ODBC, LSP and USB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12080" cy="3383280"/>
          </a:xfrm>
          <a:prstGeom prst="roundRect">
            <a:avLst>
              <a:gd name="adj" fmla="val 2162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0116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 STANDARD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× N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914400" y="329184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client × every data source is its own bespoke integration. Four clients and six systems is twenty-four things to build and maintain.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4805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the integration.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309360" y="1783080"/>
            <a:ext cx="5212080" cy="3383280"/>
          </a:xfrm>
          <a:prstGeom prst="roundRect">
            <a:avLst>
              <a:gd name="adj" fmla="val 2162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0" y="20116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ONE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83680" y="237744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+ N</a:t>
            </a:r>
            <a:endParaRPr lang="en-US" sz="5200" dirty="0"/>
          </a:p>
        </p:txBody>
      </p:sp>
      <p:sp>
        <p:nvSpPr>
          <p:cNvPr id="12" name="Text 10"/>
          <p:cNvSpPr/>
          <p:nvPr/>
        </p:nvSpPr>
        <p:spPr>
          <a:xfrm>
            <a:off x="6583680" y="329184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client speaks the protocol once. Each source is exposed once. Four clients and six systems is ten things, and they compose.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83680" y="44805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 the tool. Once.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0080" y="54864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argument has worked every previous time somebody made it.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MCP ACTUALLY DEFINES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primitives. We use one.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611880" cy="2926080"/>
          </a:xfrm>
          <a:prstGeom prst="roundRect">
            <a:avLst>
              <a:gd name="adj" fmla="val 2500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1031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914400" y="260604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D3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Model-controlled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301752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decides when to call them. Actions and queries. This is 95% of today.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34840" y="1828800"/>
            <a:ext cx="3611880" cy="2926080"/>
          </a:xfrm>
          <a:prstGeom prst="roundRect">
            <a:avLst>
              <a:gd name="adj" fmla="val 2500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9160" y="21031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709160" y="260604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A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Application-controlled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709160" y="301752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the host chooses to hand over. Files, records, documents.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229600" y="1828800"/>
            <a:ext cx="3611880" cy="2926080"/>
          </a:xfrm>
          <a:prstGeom prst="roundRect">
            <a:avLst>
              <a:gd name="adj" fmla="val 2500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03920" y="21031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503920" y="260604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A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User-controlled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503920" y="301752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 a person picks deliberately. Slash commands, canned workflows.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51206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this out loud now, so nobody waits ninety minutes for the other two.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BUILD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everything in this session lives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514600" cy="658368"/>
          </a:xfrm>
          <a:prstGeom prst="roundRect">
            <a:avLst>
              <a:gd name="adj" fmla="val 11111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28800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Copilot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670048"/>
            <a:ext cx="2514600" cy="658368"/>
          </a:xfrm>
          <a:prstGeom prst="roundRect">
            <a:avLst>
              <a:gd name="adj" fmla="val 11111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70048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Desktop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511296"/>
            <a:ext cx="2514600" cy="658368"/>
          </a:xfrm>
          <a:prstGeom prst="roundRect">
            <a:avLst>
              <a:gd name="adj" fmla="val 11111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3511296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client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11880" y="2011680"/>
            <a:ext cx="1874520" cy="2011680"/>
          </a:xfrm>
          <a:prstGeom prst="roundRect">
            <a:avLst>
              <a:gd name="adj" fmla="val 3902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11880" y="214884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uvicorn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611880" y="320040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A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A9A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145 lines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43600" y="2011680"/>
            <a:ext cx="1737360" cy="2011680"/>
          </a:xfrm>
          <a:prstGeom prst="roundRect">
            <a:avLst>
              <a:gd name="adj" fmla="val 4211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0" y="2011680"/>
            <a:ext cx="1737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pwsh 7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8138160" y="1554480"/>
            <a:ext cx="3383280" cy="2926080"/>
          </a:xfrm>
          <a:prstGeom prst="roundRect">
            <a:avLst>
              <a:gd name="adj" fmla="val 2500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66760" y="16916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9A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tools/*.ps1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366760" y="210312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Resource Graph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366760" y="254203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SQL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366760" y="2980944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ID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366760" y="341985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CIM / WMI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366760" y="3858768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Files, tickets, legacy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200400" y="3017520"/>
            <a:ext cx="365760" cy="0"/>
          </a:xfrm>
          <a:prstGeom prst="line">
            <a:avLst/>
          </a:prstGeom>
          <a:noFill/>
          <a:ln w="25400">
            <a:solidFill>
              <a:srgbClr val="2C3949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532120" y="3017520"/>
            <a:ext cx="365760" cy="0"/>
          </a:xfrm>
          <a:prstGeom prst="line">
            <a:avLst/>
          </a:prstGeom>
          <a:noFill/>
          <a:ln w="25400">
            <a:solidFill>
              <a:srgbClr val="2C3949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726680" y="3017520"/>
            <a:ext cx="365760" cy="0"/>
          </a:xfrm>
          <a:prstGeom prst="line">
            <a:avLst/>
          </a:prstGeom>
          <a:noFill/>
          <a:ln w="25400">
            <a:solidFill>
              <a:srgbClr val="2C3949"/>
            </a:solidFill>
            <a:prstDash val="solid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640080" y="4526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A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 / Streamable HTTP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40080" y="4983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 the right-hand column. You never touch the middle again.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1488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is a contract,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914400" y="301752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runtime.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914400" y="425196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about it says your tools have to be written in TypeScript. You already know how to get this data — you just haven't written it down where an agent can reach it.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737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1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822960" y="21488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Hello, PowerShell tool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15468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ordinary .ps1. No SDK, no imports, nothing to learn.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822960" y="4251960"/>
            <a:ext cx="10515600" cy="1051560"/>
          </a:xfrm>
          <a:prstGeom prst="roundRect">
            <a:avLst>
              <a:gd name="adj" fmla="val 6957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44074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51560" y="466344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picks Style = 'Texan' on its own, because [ValidateSet] told it the options.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737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2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822960" y="21488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schema was there all along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15468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PowerShell has described its own parameters since 2006.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822960" y="4251960"/>
            <a:ext cx="10515600" cy="1051560"/>
          </a:xfrm>
          <a:prstGeom prst="roundRect">
            <a:avLst>
              <a:gd name="adj" fmla="val 6957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44074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51560" y="466344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 new .ps1 mid-sentence and watch it appear. No restart, no registration, no Python touched.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2 · THE MAPPING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wrote the schema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68680" y="16916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POWERSHELL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720840" y="16916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SCHEMA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965960"/>
            <a:ext cx="5120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D3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[Parameter(Mandatory)]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126480" y="1965960"/>
            <a:ext cx="365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720840" y="1965960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2542032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2542032"/>
            <a:ext cx="5120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D3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[string] / [int] / [datetime]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126480" y="2542032"/>
            <a:ext cx="365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720840" y="2542032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118104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118104"/>
            <a:ext cx="5120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D3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[ValidateSet('A','B')]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126480" y="3118104"/>
            <a:ext cx="365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720840" y="3118104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3694176"/>
            <a:ext cx="5120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D3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[ValidateRange(1,5)]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126480" y="3694176"/>
            <a:ext cx="365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720840" y="369417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minimum / maximum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4270248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8680" y="4270248"/>
            <a:ext cx="5120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D3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.PARAMETER help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126480" y="4270248"/>
            <a:ext cx="365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720840" y="4270248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 description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4846320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8680" y="4846320"/>
            <a:ext cx="5120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D3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.SYNOPSIS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126480" y="4846320"/>
            <a:ext cx="365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720840" y="4846320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 description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5422392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68680" y="5422392"/>
            <a:ext cx="5120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D3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approved verb + ShouldProcess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126480" y="5422392"/>
            <a:ext cx="365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20840" y="5422392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readOnlyHint / destructiveHint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40080" y="614476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here is generated by hand. It is read out of the script.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737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3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822960" y="21488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Azure, SQL, Entra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15468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systems you actually run, wired up in about fifteen lines each.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822960" y="4251960"/>
            <a:ext cx="10515600" cy="1051560"/>
          </a:xfrm>
          <a:prstGeom prst="roundRect">
            <a:avLst>
              <a:gd name="adj" fmla="val 6957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44074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51560" y="466344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never sends SQL. It sends parameters. You own the query.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RULE THAT MATTERS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 questions, not a query engine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349240" cy="2240280"/>
          </a:xfrm>
          <a:prstGeom prst="roundRect">
            <a:avLst>
              <a:gd name="adj" fmla="val 3265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65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3317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6B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tool("run_sql", { query: string })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8346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security model is now "whatever the model felt like typing", and no amount of prompt engineering fixes it.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72200" y="1783080"/>
            <a:ext cx="5349240" cy="2240280"/>
          </a:xfrm>
          <a:prstGeom prst="roundRect">
            <a:avLst>
              <a:gd name="adj" fmla="val 3265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46520" y="1965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46520" y="23317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D3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Get-SqlInventory -Category -MaxPrice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46520" y="28346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own the SQL. It is parameterised. The login is read-only. The model supplies values, never syntax.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44348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not the attacker. Whoever gets text in front of the model is.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0080" y="5029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rule for files: take an identifier and resolve it yourself, never take a path.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737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4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822960" y="21488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junk drawer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15468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Fixed-width mainframe extracts, a folder of tickets, and CIM.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822960" y="4251960"/>
            <a:ext cx="10515600" cy="1051560"/>
          </a:xfrm>
          <a:prstGeom prst="roundRect">
            <a:avLst>
              <a:gd name="adj" fmla="val 6957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44074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51560" y="466344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vector database. Select-String is genuinely fine for a few thousand documents.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737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5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822960" y="21488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15468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risky part is not the protocol. It's that you handed a model a shell.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822960" y="4251960"/>
            <a:ext cx="10515600" cy="1051560"/>
          </a:xfrm>
          <a:prstGeom prst="roundRect">
            <a:avLst>
              <a:gd name="adj" fmla="val 6957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44074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51560" y="466344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 that changes state is invisible until you name it. Then a ticket tries to call it anyway.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5 · THE REAL BOUNDARY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identity is the security boundary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68680" y="17373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SERVER HOLDS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806440" y="17373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WORST CASE IS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148840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148840"/>
            <a:ext cx="4572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User.Read.All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806440" y="2148840"/>
            <a:ext cx="5486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reads your directory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2843784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843784"/>
            <a:ext cx="4572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User.ReadWrite.All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806440" y="2843784"/>
            <a:ext cx="5486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disables accounts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3538728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538728"/>
            <a:ext cx="4572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db_datareader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806440" y="3538728"/>
            <a:ext cx="5486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reads your data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4233672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4233672"/>
            <a:ext cx="4572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db_owner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806440" y="4233672"/>
            <a:ext cx="5486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drops your tables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4928616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4928616"/>
            <a:ext cx="4572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your own admin session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806440" y="4928616"/>
            <a:ext cx="5486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can do, with none of your judgment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is defence in depth. This is the actual boundary.</a:t>
            </a:r>
            <a:endParaRPr lang="en-US" sz="2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737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6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822960" y="21488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server, three clients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15468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Copilot, Claude Desktop, and a plain Python script.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822960" y="4251960"/>
            <a:ext cx="10515600" cy="1051560"/>
          </a:xfrm>
          <a:prstGeom prst="roundRect">
            <a:avLst>
              <a:gd name="adj" fmla="val 6957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44074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51560" y="466344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URL, zero changes. You wrote the tool - you did not write it FOR Copilot.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HOME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things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85800" y="1691640"/>
            <a:ext cx="475488" cy="475488"/>
          </a:xfrm>
          <a:prstGeom prst="ellipse">
            <a:avLst/>
          </a:prstGeom>
          <a:solidFill>
            <a:srgbClr val="5FD3BC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6916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71600" y="1673352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param block is a schema.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371600" y="2020824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Mandatory, ValidateSet, ValidateRange and comment help are already JSON Schema.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560320"/>
            <a:ext cx="475488" cy="475488"/>
          </a:xfrm>
          <a:prstGeom prst="ellipse">
            <a:avLst/>
          </a:prstGeom>
          <a:solidFill>
            <a:srgbClr val="5FD3BC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25603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2542032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verbs are a permission model.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71600" y="2889504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Get/Read/Search are read-only. Everything else should be opt-in, by name.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3429000"/>
            <a:ext cx="475488" cy="475488"/>
          </a:xfrm>
          <a:prstGeom prst="ellipse">
            <a:avLst/>
          </a:prstGeom>
          <a:solidFill>
            <a:srgbClr val="5FD3BC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3429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71600" y="3410712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 questions, not a query engine.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371600" y="3758184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supplies values. You own the syntax. Always.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85800" y="4297680"/>
            <a:ext cx="475488" cy="475488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42976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71600" y="4279392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output is data, not instructions.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371600" y="4626864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who can file a ticket can put text in front of your agent.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85800" y="5166360"/>
            <a:ext cx="475488" cy="475488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51663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371600" y="5148072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identity is the boundary.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371600" y="5495544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 on the service principal beats every prompt you can write.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10312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don't need a new language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914400" y="2880360"/>
            <a:ext cx="10332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your systems AI-ready.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to write down what you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know — and stop being the API.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51663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FD3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github.com/donnietaylor/cas2026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5577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offline. Add a capability by saving a file.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MCP for Everything: Turning Any Data Source into an AI-Ready Tool</dc:title>
  <dc:subject>PptxGenJS Presentation</dc:subject>
  <dc:creator>Donnie Taylor</dc:creator>
  <cp:lastModifiedBy>Donnie Taylor</cp:lastModifiedBy>
  <cp:revision>1</cp:revision>
  <dcterms:created xsi:type="dcterms:W3CDTF">2026-08-26T01:15:24Z</dcterms:created>
  <dcterms:modified xsi:type="dcterms:W3CDTF">2026-08-26T01:15:24Z</dcterms:modified>
</cp:coreProperties>
</file>