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77" r:id="rId4"/>
    <p:sldId id="259" r:id="rId5"/>
    <p:sldId id="25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56157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slide. Name, what you do, where the code is. One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seconds. The audience cares about the next slide, not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short on protocol, long on demos, one tool written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hands on each line. Every line gets hands. Then the footer: none of these has an API, and none of them are getting one. Every AI demo they saw this year assumed a REST endpoint existed.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slide on the protocol. Client, server, three primitives. Say out loud that today is tools only so nobody waits for resources and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contract. If you can produce these four things for a data source, an AI client can use it. Everything in the demos is one of these over a different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between demos. Every demo is a file in the right-hand box. The Python file lists tools and runs one; it does not know any tool's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script first: param block, comment help, object out, nothing imported. Run Show-Manifest -Json, put the schema next to the script, then the mapping slide. Then ask Copilot. It picks Style = Texan because the enum told it the options.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rows top to bottom with the script and the generated JSON side by side. The point: nobody wrote the schema. Get-ToolManifest.ps1 reads the param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first, then open the script. Show the WHERE clause with @Category / @MaxPrice / @BelowReorder: the model sent parameters, the SQL is in the file. Then the read-only login. If asked why not let it write SQL: because then the security model is whatever the model typed. Demo mode falls back to data/sql-inventory.json.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Services via Win32_Service with OnlyProblems. Add IncludeRecentErrors for event log errors if there is time. Then the registry: two Uninstall keys, same place Add/Remove Programs reads. Both have been on every Windows box for thirty years, neither has an HTTP endpoint.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netstat -ano in the terminal first so they see the raw text. Then the script and the pattern slide. 8931 is the MCP host itself, which is a nice moment. The PID-to-process join is the thing netstat never did for anyone.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reusable part. Any executable that prints text: run it, regex each line, emit an object. Named groups keep it readable. The filter and sort at the end are normal PowerShell.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 file on screen first (next slide). Ask who has one. Then the column map in the script, then Copilot. The second question makes it chain Read-LegacyReport into Search-SupportTicket on its own. The producing system was not 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Header, ruler, fixed-width columns with no delimiters, footer with a total. The column map (name, start, length) is the only thing the script needs, and it normally lives in a Word document nobody can find.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quser first. Point out the &gt; prefix and that disconnected sessions have no session name, so columns shift. Next slide up while typing. Save, Show-Manifest, /healthz, then ask. Fallback: paste fallback/Get-LoggedOnUser.ps1.txt and say so. Make sure the file does not already exist from rehearsal.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up while typing. The blank line after #requires matters: without it PowerShell stops parsing comment help and the tool ships with no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Fencing tool output is mitigation, not a boundary. The boundary is the allowlist and the account the host runs as. Say that plainly.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them home with a task. The same server works from any client - mention Foundry Agent Service and Copilot Studio here, or demo it if the tunnel is up and there 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 has the host, every tool, the run of show and this deck's build script.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ponsors"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336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for Everything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822960" y="2880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Any Data Source into an AI-Ready Tool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822960" y="3931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Donnie Taylor  ·  Cloud and AI Summit 2026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github.com/donnietaylor/cas2026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Donnie Taylor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40080" y="1463040"/>
            <a:ext cx="1090879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MVP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Azure, PowerShell, AI wrangler</a:t>
            </a:r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draith.com  ·  github.com/donnietaylor  ·  @donnietaylor.bsky.social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63040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46304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MCP defines, what we built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326880" y="1463040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min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2212848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212848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data source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326880" y="22128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min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962656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2962656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tool live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326880" y="2962656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min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0080" y="3712464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8680" y="3712464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9326880" y="3712464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min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40080" y="4462272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68680" y="4462272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9326880" y="4462272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min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data actually is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1417320"/>
            <a:ext cx="1090879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report the mainframe or ERP drops on a file share overnight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SQL Server with an ODBC driver and nothing else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itself: services, event logs, the registry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vendor executable that prints text and exits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 of documents someone calls the knowledge base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API. Not getting one.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MCP defines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63040"/>
            <a:ext cx="3474720" cy="2468880"/>
          </a:xfrm>
          <a:prstGeom prst="roundRect">
            <a:avLst>
              <a:gd name="adj" fmla="val 2222"/>
            </a:avLst>
          </a:prstGeom>
          <a:solidFill>
            <a:srgbClr val="1C2530"/>
          </a:solidFill>
          <a:ln w="12700">
            <a:solidFill>
              <a:srgbClr val="5FD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645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68680" y="2103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Model-controlled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25146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the model can call. Query, look up, act.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43400" y="1463040"/>
            <a:ext cx="3474720" cy="2468880"/>
          </a:xfrm>
          <a:prstGeom prst="roundRect">
            <a:avLst>
              <a:gd name="adj" fmla="val 222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0" y="1645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4572000" y="2103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Application-controlled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0" y="25146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the client hands over. Files, records.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46720" y="1463040"/>
            <a:ext cx="3474720" cy="2468880"/>
          </a:xfrm>
          <a:prstGeom prst="roundRect">
            <a:avLst>
              <a:gd name="adj" fmla="val 222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275320" y="1645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8275320" y="2103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User-controlled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75320" y="25146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a person picks. Slash commands.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4297680"/>
            <a:ext cx="10908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client (VS Code, Claude Desktop, an agent) connects to a server over stdio or HTTP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says what it has; the client's model decides when to use it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is tools only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is four fields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6304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2926080" y="14630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calls it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33172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2926080" y="23317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model should use it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320040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3200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inputSchema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926080" y="3200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for the arguments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406908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868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2926080" y="40690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- text or structured content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26480" y="1463040"/>
            <a:ext cx="5394960" cy="4206240"/>
          </a:xfrm>
          <a:prstGeom prst="roundRect">
            <a:avLst>
              <a:gd name="adj" fmla="val 130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355080" y="160020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"Get-SqlInventory",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"description": "Queries product inventory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in the ERP database...",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"inputSchema": 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"type": "object",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"properties": 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"Category": 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"string",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"enum": ["Widgets","Gadgets",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"Sprockets","All"] },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"BelowReorderPoint": 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"boolean" }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BUILD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828800"/>
            <a:ext cx="2514600" cy="640080"/>
          </a:xfrm>
          <a:prstGeom prst="roundRect">
            <a:avLst>
              <a:gd name="adj" fmla="val 857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7724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Copilot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651760"/>
            <a:ext cx="2514600" cy="640080"/>
          </a:xfrm>
          <a:prstGeom prst="roundRect">
            <a:avLst>
              <a:gd name="adj" fmla="val 857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474720"/>
            <a:ext cx="2514600" cy="640080"/>
          </a:xfrm>
          <a:prstGeom prst="roundRect">
            <a:avLst>
              <a:gd name="adj" fmla="val 857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34747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 client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11880" y="1920240"/>
            <a:ext cx="1920240" cy="2103120"/>
          </a:xfrm>
          <a:prstGeom prst="roundRect">
            <a:avLst>
              <a:gd name="adj" fmla="val 2857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61188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host/app.py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611880" y="26517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the tools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~145 lines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989320" y="1920240"/>
            <a:ext cx="1691640" cy="2103120"/>
          </a:xfrm>
          <a:prstGeom prst="roundRect">
            <a:avLst>
              <a:gd name="adj" fmla="val 3243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89320" y="192024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pwsh 7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138160" y="1463040"/>
            <a:ext cx="3383280" cy="3291840"/>
          </a:xfrm>
          <a:prstGeom prst="roundRect">
            <a:avLst>
              <a:gd name="adj" fmla="val 1667"/>
            </a:avLst>
          </a:prstGeom>
          <a:solidFill>
            <a:srgbClr val="1C2530"/>
          </a:solidFill>
          <a:ln w="12700">
            <a:solidFill>
              <a:srgbClr val="5FD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321040" y="1572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powershell/tools/*.ps1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21040" y="196596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321040" y="23957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 / WMI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321040" y="28254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8321040" y="32552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netstat, quser, any .exe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8321040" y="36850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Fixed-width file drop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8321040" y="41148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of tickets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3200400" y="2971800"/>
            <a:ext cx="365760" cy="0"/>
          </a:xfrm>
          <a:prstGeom prst="line">
            <a:avLst/>
          </a:prstGeom>
          <a:noFill/>
          <a:ln w="25400">
            <a:solidFill>
              <a:srgbClr val="8A9AA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577840" y="2971800"/>
            <a:ext cx="365760" cy="0"/>
          </a:xfrm>
          <a:prstGeom prst="line">
            <a:avLst/>
          </a:prstGeom>
          <a:noFill/>
          <a:ln w="25400">
            <a:solidFill>
              <a:srgbClr val="8A9AA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7726680" y="2971800"/>
            <a:ext cx="365760" cy="0"/>
          </a:xfrm>
          <a:prstGeom prst="line">
            <a:avLst/>
          </a:prstGeom>
          <a:noFill/>
          <a:ln w="25400">
            <a:solidFill>
              <a:srgbClr val="8A9AA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1243643" y="4206240"/>
            <a:ext cx="1307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over HTTP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908169" y="4206240"/>
            <a:ext cx="1810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in, JSON out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631968" y="5261521"/>
            <a:ext cx="5800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tool is adding a file to the folder. The host is not edited again.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 is a tool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powershell/tools/Get-Greeting.ps1   ·   Show-Manifest.ps1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 me like a Texan.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param block becomes a schema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868680" y="1371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720840" y="1371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/ MCP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1691640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68680" y="169164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[Parameter(Mandatory)]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126480" y="16916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720840" y="1691640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2295144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229514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[string]  [int]  [bool]  [datetime]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229514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720840" y="229514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0080" y="2898648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68680" y="289864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[ValidateSet('A','B')]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126480" y="289864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720840" y="2898648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0080" y="3502152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68680" y="350215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[ValidateRange(1,5)]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26480" y="3502152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720840" y="3502152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minimum / maximum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0080" y="4105656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68680" y="410565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.PARAMETER help / HelpMessage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126480" y="410565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20840" y="4105656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property description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40080" y="4709160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868680" y="470916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.SYNOPSIS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126480" y="470916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6720840" y="4709160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description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40080" y="5312664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868680" y="531266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approved verb + SupportsShouldProcess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126480" y="531266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720840" y="531266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readOnlyHint / destructiveHint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2463209" y="5989320"/>
            <a:ext cx="72351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2"/>
                </a:solidFill>
              </a:rPr>
              <a:t>Get-ToolManifest.ps1 reads your param blocks and help. No schema is written by hand.</a:t>
            </a:r>
            <a:endParaRPr lang="en-US" sz="15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database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powershell/tools/Get-SqlInventory.ps1   ·   SQL Server, read-only login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below its reorder point?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3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internals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Get-ServiceHealth.ps1 (CIM)   ·   Get-InstalledSoftware.ps1 (registry)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services that should be running and aren't?   ·   What did I install this month?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4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Command-line tools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powershell/tools/Get-ListeningPort.ps1   ·   netstat.exe -ano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listening on 8931?   ·   Anything listening that isn't a Microsoft process?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4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anything that prints text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17320"/>
            <a:ext cx="10881360" cy="3108960"/>
          </a:xfrm>
          <a:prstGeom prst="roundRect">
            <a:avLst>
              <a:gd name="adj" fmla="val 176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554480"/>
            <a:ext cx="10515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$pattern = '^\s*TCP\s+(?&lt;Local&gt;\S+):(?&lt;Port&gt;\d+)\s+\S+\s+LISTENING\s+(?&lt;Pid&gt;\d+)\s*$'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netstat.exe -ano |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ForEach-Object {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($_ -match $pattern) {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[PSCustomObject]@{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Port        = [int]$Matches.Port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ProcessId   = [int]$Matches.Pid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ProcessName = $procs[[int]$Matches.Pid] ?? 'unknown'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}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4709160"/>
            <a:ext cx="109087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executable, one line per record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regex with named groups per line shape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objects; the host turns them into JSON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5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nightly extract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powershell/tools/Read-LegacyReport.ps1   ·   data/legacy-orders.txt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orders are on hold, and which customer has the biggest one?   Does that customer have any open tickets?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5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legacy-orders.txt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371600"/>
            <a:ext cx="10881360" cy="3429000"/>
          </a:xfrm>
          <a:prstGeom prst="roundRect">
            <a:avLst>
              <a:gd name="adj" fmla="val 16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508760"/>
            <a:ext cx="10515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REPORT: NIGHTLY ORDER EXTRACT          RUN 2026-08-17 02:00:14   PAGE 0001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ID  CUSTOMER                    ORDERDATE STATUS    AMOUNT      REGION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--------------------------------------------------------------------------------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ORD-004417Contoso Manufacturing       2026-08-11SHIPPED   18450.00    CENTRAL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ORD-004418Fabrikam Residences         2026-08-12OPEN      2295.50     WEST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ORD-004419Northwind Traders           2026-08-12HELD      97300.25    EAST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ORD-004422Woodgrove Bank              2026-08-14HELD      54120.00    EAST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ORD-004424Litware Holdings            2026-08-15OPEN      233400.00   EAST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ORD-004426Relecloud Services          2026-08-16HELD      76500.00    CENTRAL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--------------------------------------------------------------------------------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RECORDS: 10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493776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6868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@{ Name = 'OrderId';  Start = 0;  Length = 10 }    @{ Name = 'Customer'; Start = 10; Length = 28 }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@{ Name = 'Status';   Start = 48; Length = 10 }    @{ Name = 'Amount';   Start = 58; Length = 12 }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6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tool live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powershell/tools/Get-LoggedOnUser.ps1   ·   quser.exe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logged on to this machine?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tool file needs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1732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41732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#requires -Version 7.0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675120" y="141732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blank line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24028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24028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&lt;# .SYNOPSIS ... #&gt;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675120" y="224028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the description the model reads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306324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[CmdletBinding()] param( ... 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675120" y="306324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the input schema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080" y="388620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8680" y="388620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[ValidateSet] / [ValidateRange] / Mandatory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675120" y="388620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 what the model can send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" y="470916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68680" y="470916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[PSCustomObject]@{ ... }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675120" y="470916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out, never Write-Host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 in powershell/tools/. Nothing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1732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1C2530"/>
          </a:solidFill>
          <a:ln w="12700">
            <a:solidFill>
              <a:srgbClr val="FF6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508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deny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3840480" y="15087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Non-read-only verbs and SupportsShouldProcess are hidden unless named in WRITE_TOOL_ALLOWLIST. Per tool, by name.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56032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1C2530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output is data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3840480" y="26517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is wrapped as untrusted content. Anyone who can file a ticket can put text in front of the model.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40080" y="370332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1C2530"/>
          </a:solidFill>
          <a:ln w="12700">
            <a:solidFill>
              <a:srgbClr val="5FD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3794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3840480" y="37947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Timestamp, tool, arguments, every call. Append-only. logs/audit.jsonl.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40080" y="484632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1C2530"/>
          </a:solidFill>
          <a:ln w="12700">
            <a:solidFill>
              <a:srgbClr val="8A9A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8680" y="4937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3840480" y="49377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runs as an account. That account's permissions are the ceiling. MCP changes nothing about that.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ENVIRONMENT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on Monday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1463040"/>
            <a:ext cx="1090879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source you got asked about last week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script you would have run by hand; return objects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in the folder. Read-only verb unless it really changes something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host account like you would a new hire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server, any client: VS Code, Claude Desktop, Copilot Studio, Azure AI Foundry agents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2194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github.com/donnietaylor/cas2026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822960" y="2971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mcp-for-everything/  —  host, tools, run of show, slides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" y="4114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Donnie Taylor  ·  draith.com  ·  @donnietaylor.bsky.social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1983</Words>
  <Application>Microsoft Office PowerPoint</Application>
  <PresentationFormat>Widescreen</PresentationFormat>
  <Paragraphs>249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for Everything: Turning Any Data Source into an AI-Ready Tool</dc:title>
  <dc:subject>PptxGenJS Presentation</dc:subject>
  <dc:creator>Donnie Taylor</dc:creator>
  <cp:lastModifiedBy>Donnie Taylor</cp:lastModifiedBy>
  <cp:revision>5</cp:revision>
  <dcterms:created xsi:type="dcterms:W3CDTF">2026-09-13T19:13:57Z</dcterms:created>
  <dcterms:modified xsi:type="dcterms:W3CDTF">2026-09-30T18:19:06Z</dcterms:modified>
</cp:coreProperties>
</file>